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63" r:id="rId5"/>
    <p:sldId id="258" r:id="rId6"/>
    <p:sldId id="261" r:id="rId7"/>
    <p:sldId id="260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9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银联</a:t>
            </a:r>
            <a:r>
              <a:rPr lang="en-US" altLang="zh-CN"/>
              <a:t>VCC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2026-03-03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银联</a:t>
            </a:r>
            <a:r>
              <a:rPr lang="en-US" altLang="zh-CN"/>
              <a:t>VCC</a:t>
            </a:r>
            <a:r>
              <a:rPr lang="zh-CN" altLang="en-US"/>
              <a:t>介绍</a:t>
            </a:r>
            <a:r>
              <a:rPr lang="en-US" altLang="zh-CN"/>
              <a:t>-</a:t>
            </a:r>
            <a:r>
              <a:rPr lang="zh-CN" altLang="en-US"/>
              <a:t>概述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6470" y="1572260"/>
            <a:ext cx="702183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银联</a:t>
            </a:r>
            <a:r>
              <a:rPr lang="en-US" altLang="zh-CN"/>
              <a:t>VCC-</a:t>
            </a:r>
            <a:r>
              <a:rPr lang="zh-CN" altLang="en-US"/>
              <a:t>主要</a:t>
            </a:r>
            <a:r>
              <a:rPr lang="zh-CN" altLang="en-US"/>
              <a:t>术语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VCC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/>
              <a:t>Virtual Credit Card，</a:t>
            </a:r>
            <a:r>
              <a:rPr lang="zh-CN" altLang="en-US"/>
              <a:t>虚拟</a:t>
            </a:r>
            <a:r>
              <a:rPr lang="zh-CN" altLang="en-US"/>
              <a:t>信用卡</a:t>
            </a:r>
            <a:endParaRPr lang="zh-CN" altLang="en-US"/>
          </a:p>
          <a:p>
            <a:r>
              <a:rPr lang="zh-CN" altLang="en-US"/>
              <a:t>卡</a:t>
            </a:r>
            <a:r>
              <a:rPr lang="en-US" altLang="zh-CN"/>
              <a:t>/VCC/</a:t>
            </a:r>
            <a:r>
              <a:rPr lang="zh-CN" altLang="en-US"/>
              <a:t>凭证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卡和</a:t>
            </a:r>
            <a:r>
              <a:rPr lang="en-US" altLang="zh-CN"/>
              <a:t>VCC</a:t>
            </a:r>
            <a:r>
              <a:rPr lang="zh-CN" altLang="en-US"/>
              <a:t>都是一般叫法，凭证是银联</a:t>
            </a:r>
            <a:r>
              <a:rPr lang="en-US" altLang="zh-CN"/>
              <a:t>/</a:t>
            </a:r>
            <a:r>
              <a:rPr lang="zh-CN" altLang="en-US"/>
              <a:t>银行发行的虚拟卡叫法</a:t>
            </a:r>
            <a:r>
              <a:rPr lang="en-US" altLang="zh-CN"/>
              <a:t>。</a:t>
            </a:r>
            <a:endParaRPr lang="zh-CN" altLang="en-US"/>
          </a:p>
          <a:p>
            <a:r>
              <a:rPr lang="zh-CN" altLang="en-US"/>
              <a:t>移企付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银联侧对于</a:t>
            </a:r>
            <a:r>
              <a:rPr lang="en-US" altLang="zh-CN"/>
              <a:t>VCC</a:t>
            </a:r>
            <a:r>
              <a:rPr lang="zh-CN" altLang="en-US"/>
              <a:t>的解决方案产品名称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适用场景</a:t>
            </a:r>
            <a:r>
              <a:rPr lang="zh-CN" altLang="en-US"/>
              <a:t>示例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8510" y="1490345"/>
            <a:ext cx="71170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适用场景</a:t>
            </a:r>
            <a:r>
              <a:rPr lang="zh-CN" altLang="en-US"/>
              <a:t>示例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0850" y="1490345"/>
            <a:ext cx="505650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265" y="1538605"/>
            <a:ext cx="5798185" cy="47091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物流金融使用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6415" y="1610360"/>
            <a:ext cx="10968990" cy="33248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物流金融使用</a:t>
            </a:r>
            <a:r>
              <a:rPr lang="en-US" altLang="zh-CN"/>
              <a:t>-</a:t>
            </a:r>
            <a:r>
              <a:rPr lang="zh-CN" altLang="en-US"/>
              <a:t>拆解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58290"/>
            <a:ext cx="10968990" cy="46221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客户使用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通过银联云闪付</a:t>
            </a:r>
            <a:r>
              <a:rPr lang="en-US" altLang="zh-CN"/>
              <a:t>App</a:t>
            </a:r>
            <a:r>
              <a:rPr lang="zh-CN" altLang="en-US"/>
              <a:t>用卡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、客户为持卡人申领卡片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、持卡人获得卡片信息，绑定到银联云闪付</a:t>
            </a:r>
            <a:r>
              <a:rPr lang="en-US" altLang="zh-CN"/>
              <a:t>App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）打开云闪付</a:t>
            </a:r>
            <a:r>
              <a:rPr lang="en-US" altLang="zh-CN"/>
              <a:t>App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）搜索</a:t>
            </a:r>
            <a:r>
              <a:rPr lang="en-US" altLang="zh-CN"/>
              <a:t>“</a:t>
            </a:r>
            <a:r>
              <a:rPr lang="zh-CN" altLang="en-US"/>
              <a:t>标记化服务小程序</a:t>
            </a:r>
            <a:r>
              <a:rPr lang="en-US" altLang="zh-CN"/>
              <a:t>”</a:t>
            </a:r>
            <a:r>
              <a:rPr lang="zh-CN" altLang="en-US"/>
              <a:t>并进入小程序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）点击</a:t>
            </a:r>
            <a:r>
              <a:rPr lang="en-US" altLang="zh-CN"/>
              <a:t>“</a:t>
            </a:r>
            <a:r>
              <a:rPr lang="zh-CN" altLang="en-US"/>
              <a:t>移企付</a:t>
            </a:r>
            <a:r>
              <a:rPr lang="en-US" altLang="zh-CN"/>
              <a:t>”</a:t>
            </a:r>
            <a:r>
              <a:rPr lang="zh-CN" altLang="en-US"/>
              <a:t>图标进入数字凭据添加环节（数字凭据即我们的申卡发放的卡片</a:t>
            </a:r>
            <a:r>
              <a:rPr lang="en-US" altLang="zh-CN"/>
              <a:t>、VCC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客户使用介绍</a:t>
            </a:r>
            <a:r>
              <a:rPr lang="en-US" altLang="zh-CN"/>
              <a:t>-</a:t>
            </a:r>
            <a:r>
              <a:rPr lang="zh-CN" altLang="en-US"/>
              <a:t>绑卡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90320" y="1653540"/>
            <a:ext cx="2415540" cy="2020570"/>
          </a:xfrm>
          <a:prstGeom prst="rect">
            <a:avLst/>
          </a:prstGeom>
        </p:spPr>
      </p:pic>
      <p:pic>
        <p:nvPicPr>
          <p:cNvPr id="5" name="图片 2" descr="38407ebc364a005c143e22650509cce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320" y="4013835"/>
            <a:ext cx="2440940" cy="1227455"/>
          </a:xfrm>
          <a:prstGeom prst="rect">
            <a:avLst/>
          </a:prstGeom>
        </p:spPr>
      </p:pic>
      <p:pic>
        <p:nvPicPr>
          <p:cNvPr id="6" name="图片 5" descr="IMG_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550" y="1650365"/>
            <a:ext cx="2885440" cy="33058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5" descr="634cb00034e6397f80a77e94deffdaa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280" y="1673225"/>
            <a:ext cx="3410585" cy="44126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客户使用介绍</a:t>
            </a:r>
            <a:r>
              <a:rPr lang="en-US" altLang="zh-CN"/>
              <a:t>-</a:t>
            </a:r>
            <a:r>
              <a:rPr lang="zh-CN" altLang="en-US"/>
              <a:t>用卡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4055" y="1419860"/>
            <a:ext cx="339026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90" y="1467485"/>
            <a:ext cx="3453130" cy="3672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890" y="1467485"/>
            <a:ext cx="2329180" cy="47593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其他使用场景</a:t>
            </a:r>
            <a:r>
              <a:rPr lang="en-US" altLang="zh-CN"/>
              <a:t>-12306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31290" y="1724660"/>
            <a:ext cx="3685540" cy="226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165" y="4512310"/>
            <a:ext cx="3145790" cy="2192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55" y="1724660"/>
            <a:ext cx="3462020" cy="22682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705" y="4403725"/>
            <a:ext cx="3145155" cy="207772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更多</a:t>
            </a:r>
            <a:r>
              <a:rPr lang="zh-CN" altLang="en-US"/>
              <a:t>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OTA/</a:t>
            </a:r>
            <a:r>
              <a:rPr lang="en-US" altLang="zh-CN"/>
              <a:t>TMC</a:t>
            </a:r>
            <a:endParaRPr lang="en-US" altLang="zh-CN"/>
          </a:p>
          <a:p>
            <a:r>
              <a:rPr lang="zh-CN" altLang="en-US"/>
              <a:t>电商</a:t>
            </a:r>
            <a:r>
              <a:rPr lang="en-US" altLang="zh-CN"/>
              <a:t>/</a:t>
            </a:r>
            <a:r>
              <a:rPr lang="zh-CN" altLang="en-US"/>
              <a:t>团购</a:t>
            </a:r>
            <a:endParaRPr lang="zh-CN" altLang="en-US"/>
          </a:p>
          <a:p>
            <a:r>
              <a:rPr lang="zh-CN" altLang="en-US"/>
              <a:t>餐饮</a:t>
            </a:r>
            <a:endParaRPr lang="zh-CN" altLang="en-US"/>
          </a:p>
          <a:p>
            <a:r>
              <a:rPr lang="zh-CN" altLang="en-US"/>
              <a:t>福利</a:t>
            </a:r>
            <a:endParaRPr lang="zh-CN" altLang="en-US"/>
          </a:p>
          <a:p>
            <a:r>
              <a:rPr lang="zh-CN" altLang="en-US"/>
              <a:t>采购等……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WPS 文字</Application>
  <PresentationFormat>宽屏</PresentationFormat>
  <Paragraphs>47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梦里花落</cp:lastModifiedBy>
  <cp:revision>171</cp:revision>
  <dcterms:created xsi:type="dcterms:W3CDTF">2026-03-03T06:12:00Z</dcterms:created>
  <dcterms:modified xsi:type="dcterms:W3CDTF">2026-03-03T06:12:00Z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62FB329D4589832E7F74A669CD7D09E5_41</vt:lpwstr>
  </property>
</Properties>
</file>